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E566D-A9E2-BF42-BB5E-9AF6F4673458}" v="7" dt="2026-08-14T14:24:18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600"/>
    <p:restoredTop sz="94658"/>
  </p:normalViewPr>
  <p:slideViewPr>
    <p:cSldViewPr snapToGrid="0">
      <p:cViewPr>
        <p:scale>
          <a:sx n="98" d="100"/>
          <a:sy n="98" d="100"/>
        </p:scale>
        <p:origin x="6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7" Type="http://schemas.microsoft.com/office/2015/10/relationships/revisionInfo" Target="revisionInfo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microsoft.com/office/2016/11/relationships/changesInfo" Target="changesInfos/changesInfo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na Musial" userId="9c487ef8-1148-4039-a028-17d535da6f91" providerId="ADAL" clId="{244F0221-7238-5700-916F-90416A5B14E7}"/>
    <pc:docChg chg="undo custSel addSld delSld modSld addMainMaster delMainMaster modMainMaster">
      <pc:chgData name="Sabina Musial" userId="9c487ef8-1148-4039-a028-17d535da6f91" providerId="ADAL" clId="{244F0221-7238-5700-916F-90416A5B14E7}" dt="2026-08-14T14:24:18.338" v="159"/>
      <pc:docMkLst>
        <pc:docMk/>
      </pc:docMkLst>
      <pc:sldChg chg="new del">
        <pc:chgData name="Sabina Musial" userId="9c487ef8-1148-4039-a028-17d535da6f91" providerId="ADAL" clId="{244F0221-7238-5700-916F-90416A5B14E7}" dt="2026-08-14T14:20:04.382" v="101" actId="2696"/>
        <pc:sldMkLst>
          <pc:docMk/>
          <pc:sldMk cId="1519094412" sldId="256"/>
        </pc:sldMkLst>
      </pc:sldChg>
      <pc:sldMasterChg chg="addSp delSp modSp mod modSldLayout">
        <pc:chgData name="Sabina Musial" userId="9c487ef8-1148-4039-a028-17d535da6f91" providerId="ADAL" clId="{244F0221-7238-5700-916F-90416A5B14E7}" dt="2026-08-14T14:24:18.338" v="159"/>
        <pc:sldMasterMkLst>
          <pc:docMk/>
          <pc:sldMasterMk cId="1119538691" sldId="2147483648"/>
        </pc:sldMasterMkLst>
        <pc:sldLayoutChg chg="addSp delSp modSp mod">
          <pc:chgData name="Sabina Musial" userId="9c487ef8-1148-4039-a028-17d535da6f91" providerId="ADAL" clId="{244F0221-7238-5700-916F-90416A5B14E7}" dt="2026-08-14T14:24:18.338" v="159"/>
          <pc:sldLayoutMkLst>
            <pc:docMk/>
            <pc:sldMasterMk cId="1119538691" sldId="2147483648"/>
            <pc:sldLayoutMk cId="1612749113" sldId="2147483655"/>
          </pc:sldLayoutMkLst>
          <pc:spChg chg="add mod modVis">
            <ac:chgData name="Sabina Musial" userId="9c487ef8-1148-4039-a028-17d535da6f91" providerId="ADAL" clId="{244F0221-7238-5700-916F-90416A5B14E7}" dt="2026-08-14T14:24:14.069" v="156" actId="14429"/>
            <ac:spMkLst>
              <pc:docMk/>
              <pc:sldMasterMk cId="1119538691" sldId="2147483648"/>
              <pc:sldLayoutMk cId="1612749113" sldId="2147483655"/>
              <ac:spMk id="2" creationId="{7288D8B0-6630-7922-58C5-2AA425364648}"/>
            </ac:spMkLst>
          </pc:spChg>
          <pc:spChg chg="add del">
            <ac:chgData name="Sabina Musial" userId="9c487ef8-1148-4039-a028-17d535da6f91" providerId="ADAL" clId="{244F0221-7238-5700-916F-90416A5B14E7}" dt="2026-08-14T14:23:18.679" v="122" actId="11529"/>
            <ac:spMkLst>
              <pc:docMk/>
              <pc:sldMasterMk cId="1119538691" sldId="2147483648"/>
              <pc:sldLayoutMk cId="1612749113" sldId="2147483655"/>
              <ac:spMk id="3" creationId="{CA2330EE-0110-FD0C-5CC6-F95227F197DA}"/>
            </ac:spMkLst>
          </pc:spChg>
          <pc:spChg chg="add mod modVis">
            <ac:chgData name="Sabina Musial" userId="9c487ef8-1148-4039-a028-17d535da6f91" providerId="ADAL" clId="{244F0221-7238-5700-916F-90416A5B14E7}" dt="2026-08-14T14:24:18.338" v="159"/>
            <ac:spMkLst>
              <pc:docMk/>
              <pc:sldMasterMk cId="1119538691" sldId="2147483648"/>
              <pc:sldLayoutMk cId="1612749113" sldId="2147483655"/>
              <ac:spMk id="4" creationId="{10F7AEF1-63E3-18C4-9831-754AB12F05BC}"/>
            </ac:spMkLst>
          </pc:spChg>
          <pc:spChg chg="add del mod modVis">
            <ac:chgData name="Sabina Musial" userId="9c487ef8-1148-4039-a028-17d535da6f91" providerId="ADAL" clId="{244F0221-7238-5700-916F-90416A5B14E7}" dt="2026-08-14T14:23:46.782" v="137" actId="478"/>
            <ac:spMkLst>
              <pc:docMk/>
              <pc:sldMasterMk cId="1119538691" sldId="2147483648"/>
              <pc:sldLayoutMk cId="1612749113" sldId="2147483655"/>
              <ac:spMk id="6" creationId="{84886642-5EC1-138E-0057-7E1A81E7CE25}"/>
            </ac:spMkLst>
          </pc:spChg>
          <pc:spChg chg="add del mod modVis">
            <ac:chgData name="Sabina Musial" userId="9c487ef8-1148-4039-a028-17d535da6f91" providerId="ADAL" clId="{244F0221-7238-5700-916F-90416A5B14E7}" dt="2026-08-14T14:22:52.880" v="117" actId="478"/>
            <ac:spMkLst>
              <pc:docMk/>
              <pc:sldMasterMk cId="1119538691" sldId="2147483648"/>
              <pc:sldLayoutMk cId="1612749113" sldId="2147483655"/>
              <ac:spMk id="8" creationId="{119A6196-04B1-13B1-15BD-1A75906DB443}"/>
            </ac:spMkLst>
          </pc:spChg>
          <pc:spChg chg="add mod modVis">
            <ac:chgData name="Sabina Musial" userId="9c487ef8-1148-4039-a028-17d535da6f91" providerId="ADAL" clId="{244F0221-7238-5700-916F-90416A5B14E7}" dt="2026-08-14T14:24:11.405" v="152" actId="14429"/>
            <ac:spMkLst>
              <pc:docMk/>
              <pc:sldMasterMk cId="1119538691" sldId="2147483648"/>
              <pc:sldLayoutMk cId="1612749113" sldId="2147483655"/>
              <ac:spMk id="31" creationId="{C185C571-36B5-B056-8F6D-B6397AC4402B}"/>
            </ac:spMkLst>
          </pc:spChg>
        </pc:sldLayoutChg>
        <pc:sldLayoutChg chg="addSp delSp modSp mod">
          <pc:chgData name="Sabina Musial" userId="9c487ef8-1148-4039-a028-17d535da6f91" providerId="ADAL" clId="{244F0221-7238-5700-916F-90416A5B14E7}" dt="2026-08-14T14:22:21.388" v="103" actId="21"/>
          <pc:sldLayoutMkLst>
            <pc:docMk/>
            <pc:sldMasterMk cId="1119538691" sldId="2147483648"/>
            <pc:sldLayoutMk cId="2720700317" sldId="2147483656"/>
          </pc:sldLayoutMkLst>
          <pc:spChg chg="add del">
            <ac:chgData name="Sabina Musial" userId="9c487ef8-1148-4039-a028-17d535da6f91" providerId="ADAL" clId="{244F0221-7238-5700-916F-90416A5B14E7}" dt="2026-08-14T14:22:06.564" v="102" actId="11529"/>
            <ac:spMkLst>
              <pc:docMk/>
              <pc:sldMasterMk cId="1119538691" sldId="2147483648"/>
              <pc:sldLayoutMk cId="2720700317" sldId="2147483656"/>
              <ac:spMk id="3" creationId="{4C73A2C4-10D6-4A03-E868-14C4CCB470F0}"/>
            </ac:spMkLst>
          </pc:spChg>
          <pc:spChg chg="add del mod">
            <ac:chgData name="Sabina Musial" userId="9c487ef8-1148-4039-a028-17d535da6f91" providerId="ADAL" clId="{244F0221-7238-5700-916F-90416A5B14E7}" dt="2026-08-14T14:22:21.388" v="103" actId="21"/>
            <ac:spMkLst>
              <pc:docMk/>
              <pc:sldMasterMk cId="1119538691" sldId="2147483648"/>
              <pc:sldLayoutMk cId="2720700317" sldId="2147483656"/>
              <ac:spMk id="4" creationId="{AD5D3ED6-242C-1C61-5618-D8EB67CAB414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_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7288D8B0-6630-7922-58C5-2AA42536464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7825154" y="1808163"/>
            <a:ext cx="4270768" cy="4254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10F7AEF1-63E3-18C4-9831-754AB12F05BC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>
          <a:xfrm>
            <a:off x="-2" y="1539874"/>
            <a:ext cx="7782339" cy="46124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30">
            <a:extLst>
              <a:ext uri="{FF2B5EF4-FFF2-40B4-BE49-F238E27FC236}">
                <a16:creationId xmlns:a16="http://schemas.microsoft.com/office/drawing/2014/main" id="{C185C571-36B5-B056-8F6D-B6397AC4402B}"/>
              </a:ext>
            </a:extLst>
          </p:cNvPr>
          <p:cNvSpPr>
            <a:spLocks noGrp="1"/>
          </p:cNvSpPr>
          <p:nvPr>
            <p:ph type="clipArt" sz="quarter" idx="12"/>
          </p:nvPr>
        </p:nvSpPr>
        <p:spPr>
          <a:xfrm>
            <a:off x="424800" y="295200"/>
            <a:ext cx="2440638" cy="1512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4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53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Sabina Musial</dc:creator>
  <cp:lastModifiedBy>Sabina Musial</cp:lastModifiedBy>
  <cp:revision>1</cp:revision>
  <dcterms:created xsi:type="dcterms:W3CDTF">2026-08-11T14:30:40Z</dcterms:created>
  <dcterms:modified xsi:type="dcterms:W3CDTF">2026-08-14T14:24:27Z</dcterms:modified>
</cp:coreProperties>
</file>